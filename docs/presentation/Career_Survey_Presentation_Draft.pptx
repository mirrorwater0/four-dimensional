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Most important factor in career choice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rgbClr val="234678"/>
            </a:solidFill>
          </c:spPr>
          <c:cat>
            <c:strRef>
              <c:f>Sheet1!$A$2:$A$5</c:f>
              <c:strCache>
                <c:ptCount val="4"/>
                <c:pt idx="0">
                  <c:v>Salary</c:v>
                </c:pt>
                <c:pt idx="1">
                  <c:v>Passion</c:v>
                </c:pt>
                <c:pt idx="2">
                  <c:v>Stability</c:v>
                </c:pt>
                <c:pt idx="3">
                  <c:v>Family
expectations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10</c:v>
                </c:pt>
                <c:pt idx="2">
                  <c:v>7</c:v>
                </c:pt>
                <c:pt idx="3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.0"/>
          <c:min val="0.0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Most promising fields for the future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Technology</c:v>
                </c:pt>
                <c:pt idx="1">
                  <c:v>Healthcare</c:v>
                </c:pt>
                <c:pt idx="2">
                  <c:v>Education</c:v>
                </c:pt>
                <c:pt idx="3">
                  <c:v>Business</c:v>
                </c:pt>
                <c:pt idx="4">
                  <c:v>Design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6</c:v>
                </c:pt>
                <c:pt idx="2">
                  <c:v>4</c:v>
                </c:pt>
                <c:pt idx="3">
                  <c:v>3</c:v>
                </c:pt>
                <c:pt idx="4">
                  <c:v>2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34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34678"/>
                </a:solidFill>
                <a:latin typeface="Aptos Display"/>
              </a:rPr>
              <a:t>Career Choices Among College Students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C6670"/>
                </a:solidFill>
                <a:latin typeface="Aptos"/>
              </a:rPr>
              <a:t>A short oral presentation draft for a 3-minute survey report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749808"/>
            <a:ext cx="1920240" cy="658368"/>
          </a:xfrm>
          <a:prstGeom prst="roundRect">
            <a:avLst/>
          </a:prstGeom>
          <a:solidFill>
            <a:srgbClr val="E87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Editable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67665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  <a:latin typeface="Aptos"/>
              </a:defRPr>
            </a:pPr>
            <a:r>
              <a:t>Topic: the most important factors when students choose a future career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  <a:latin typeface="Aptos"/>
              </a:defRPr>
            </a:pPr>
            <a:r>
              <a:t>Reason: career decisions affect motivation, study plans, and long-term life goals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  <a:latin typeface="Aptos"/>
              </a:defRPr>
            </a:pPr>
            <a:r>
              <a:t>This draft follows your teacher's required structure: topic, survey, findings, discussion, and suggestions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19963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5C6670"/>
                </a:solidFill>
                <a:latin typeface="Aptos"/>
              </a:rPr>
              <a:t>Replace the sample numbers with your own survey results before presenting.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34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34678"/>
                </a:solidFill>
                <a:latin typeface="Aptos Display"/>
              </a:rPr>
              <a:t>Survey Design and Participants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41148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Questionnaire survey in English or Chinese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Target group: college students from different majors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Recommended sample: at least 20 students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Suggested background data: major, year of study, and gender ratio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Core questions: 6 to 8 career-related items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74920" y="1783080"/>
            <a:ext cx="333756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87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234678"/>
                </a:solidFill>
                <a:latin typeface="Aptos"/>
              </a:defRPr>
            </a:pPr>
            <a:r>
              <a:t>Example participant profile</a:t>
            </a:r>
          </a:p>
          <a:p>
            <a:pPr>
              <a:spcAft>
                <a:spcPts val="800"/>
              </a:spcAft>
              <a:defRPr sz="1400" b="0">
                <a:solidFill>
                  <a:srgbClr val="282828"/>
                </a:solidFill>
                <a:latin typeface="Aptos"/>
              </a:defRPr>
            </a:pPr>
            <a:r>
              <a:t>24 students answered the survey</a:t>
            </a:r>
          </a:p>
          <a:p>
            <a:pPr>
              <a:spcAft>
                <a:spcPts val="800"/>
              </a:spcAft>
              <a:defRPr sz="1400" b="0">
                <a:solidFill>
                  <a:srgbClr val="282828"/>
                </a:solidFill>
                <a:latin typeface="Aptos"/>
              </a:defRPr>
            </a:pPr>
            <a:r>
              <a:t>Majors: Business, IT, Education, Design</a:t>
            </a:r>
          </a:p>
          <a:p>
            <a:pPr>
              <a:spcAft>
                <a:spcPts val="800"/>
              </a:spcAft>
              <a:defRPr sz="1400" b="0">
                <a:solidFill>
                  <a:srgbClr val="282828"/>
                </a:solidFill>
                <a:latin typeface="Aptos"/>
              </a:defRPr>
            </a:pPr>
            <a:r>
              <a:t>Years: 10 freshmen, 7 sophomores, 5 juniors, 2 seniors</a:t>
            </a:r>
          </a:p>
          <a:p>
            <a:pPr>
              <a:spcAft>
                <a:spcPts val="800"/>
              </a:spcAft>
              <a:defRPr sz="1400" b="0">
                <a:solidFill>
                  <a:srgbClr val="282828"/>
                </a:solidFill>
                <a:latin typeface="Aptos"/>
              </a:defRPr>
            </a:pPr>
            <a:r>
              <a:t>Gender ratio: 14 female, 10 male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9963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5C6670"/>
                </a:solidFill>
                <a:latin typeface="Aptos"/>
              </a:rPr>
              <a:t>Keep this slide brief: who answered, how many people, and what questions you asked.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34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34678"/>
                </a:solidFill>
                <a:latin typeface="Aptos Display"/>
              </a:rPr>
              <a:t>Survey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777240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What career field are you most interested in?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Which factor matters most when choosing a career: salary, passion, stability, or family expectations?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Would you prefer a job related to your major?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Which career field seems most promising in the future?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What is your biggest worry about your future job?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What can schools do to help students make career decisions?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19963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5C6670"/>
                </a:solidFill>
                <a:latin typeface="Aptos"/>
              </a:rPr>
              <a:t>These questions fit the teacher's topic examples and are easy to explain in 30 to 40 seconds.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34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34678"/>
                </a:solidFill>
                <a:latin typeface="Aptos Display"/>
              </a:rPr>
              <a:t>Key Finding 1: What Matters Most?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02920" y="1600200"/>
          <a:ext cx="493776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0" y="1828800"/>
            <a:ext cx="27432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Passion ranked first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Job stability was the second strongest factor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Family expectations had very limited influence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9963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5C6670"/>
                </a:solidFill>
                <a:latin typeface="Aptos"/>
              </a:rPr>
              <a:t>Sample chart language: The bar chart shows that passion was the top factor for most students.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34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34678"/>
                </a:solidFill>
                <a:latin typeface="Aptos Display"/>
              </a:rPr>
              <a:t>Key Finding 2: Future Career Fields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85800" y="1600200"/>
          <a:ext cx="438912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394960" y="1783080"/>
            <a:ext cx="283464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Technology was the most popular choice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Healthcare also received strong support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Students may connect these fields with high demand and stable income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9963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5C6670"/>
                </a:solidFill>
                <a:latin typeface="Aptos"/>
              </a:rPr>
              <a:t>You can say: Overall, students believed technology and healthcare offer the best opportunities.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34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34678"/>
                </a:solidFill>
                <a:latin typeface="Aptos Display"/>
              </a:rPr>
              <a:t>Discussion, Suggestions, and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78638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The findings suggest that students want both personal interest and practical security.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Many students are optimistic about fast-growing industries such as technology and healthcare.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Schools should provide more career talks, internship information, and one-to-one guidance.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Students should explore careers early and compare their interests with real job market needs.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19963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5C6670"/>
                </a:solidFill>
                <a:latin typeface="Aptos"/>
              </a:rPr>
              <a:t>End with one sentence for Q&amp;A: Thank you for listening. I am ready for your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